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 Certification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Reliability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219456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Concepts  •  5 Practice Questions  •  ~16% of Exam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60 Qs  |  120 min  |  Pass: 720/1000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 — 7 Concepts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Finite, expensive, degrades when full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Strategies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summarisation, sliding window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Patterns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object — outcome not transcript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Reliability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Drift, lost in middle, confusion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static, summarise dynamic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Patterns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retry, fallback, confidence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owns state — Claude has no memory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3931920"/>
            <a:ext cx="1005840" cy="10058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Finite, expensive, degrades when full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Claude can see at once: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 +  Conversation history  +  Documents  +  Tool results  +  Current message  =  Total 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in the Middle Problem: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194560" cy="123444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attention 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2880360"/>
            <a:ext cx="219456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5478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weakens ⚠️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2194560" cy="123444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5478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attention 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70048" y="3401568"/>
            <a:ext cx="749808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0992" y="3401568"/>
            <a:ext cx="749808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224528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Filling the context window is NOT the goal — using it efficiently is. Every token must earn its place.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Put critical instructions at START and END — never only in the middle of long context.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Strategies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context efficiently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52728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06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 Augmented Generation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only relevant chunks from knowledge base. Pass top 3-5 sections — not the whole document. Cost: minimal. Quality: high.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212848"/>
            <a:ext cx="384048" cy="38404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21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0665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 Between Turns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395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long conversation history. 50 messages → 30-token structured summary. Key facts preserved. Context stays lean.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17296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82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026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3558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last N messages. Drop oldest when new arrives. Simple, cheap. Use when recent context is all that matters.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4133088"/>
            <a:ext cx="384048" cy="384048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1422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9867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Context Injection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pass what current task needs. Fix function → pass function + tests. Don't pass entire codebase.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892040"/>
          <a:ext cx="8503920" cy="45720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</a:tblGrid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knowledge base queries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— retrieve relevant chunks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messages only matter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 from history still needed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conversation — both matter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 + summarisation combined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outcome — not transcript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612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106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Handoff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3716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Short task, small context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0992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819656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1764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 Handoff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02996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Long task, complex history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6829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478024"/>
            <a:ext cx="347472" cy="347472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Object Handoff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68833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Multi-stage pipeline, real-time flow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850392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1821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Object Example — Insurance Claim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4564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workflow_id: "CLM-456", customer_id: "9821", claim_validated: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approved_amount: 3200, actions_taken: ["identity_check", "validation"],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pending: ["process_payment", "send_confirmation"]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pass raw conversation history between agents. Always structure the handoff — summary or state object.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5102352"/>
            <a:ext cx="8503920" cy="347472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572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Handoff = what the next agent needs to ACT — not what the previous agent experienced.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Reliability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degradation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0116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06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Lost in the Middle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435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Misses instructions in middle of long 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709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Put critical rules at START and END — never only in middle. Repeat key instructions.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0008"/>
            <a:ext cx="201168" cy="11430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Instruction Drift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7340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Stops following rules after many turns (e.g. turn 80+)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30083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Re-inject key instructions periodically — every 20 turns or when drift detected.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648456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48456"/>
            <a:ext cx="201168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703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Context Confusion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032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 Mixes up information from different sources/documents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43068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XML tags on every document. Label source and scope clearly for Claude.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956048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010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Re-injecting instructions is a DESIGNED reliability pattern — not a failure. For long-running agents it is essential, not optional.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Management &amp; Cost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consumers: System prompt + Conversation history + Documents + Tool results + Claude response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" y="203911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0482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system prompts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redundancy. Every word costs tokens on EVERY request.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" y="2843784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529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tool results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500-line DB result → summarise to top 3 relevant items before passing.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4838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3648456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6576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" y="3529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not full documents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3831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chunks only. Never pass entire knowledge base.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8745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2039112"/>
            <a:ext cx="347472" cy="347472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0482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history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or summarisation. Keep history lean every turn.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67919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284378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8529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85232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repeated static content (system prompt, fixed docs). Pay once, reuse many.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07408"/>
          <a:ext cx="8503920" cy="594360"/>
        </p:xfrm>
        <a:graphic>
          <a:graphicData uri="http://schemas.openxmlformats.org/drawingml/2006/table">
            <a:tbl>
              <a:tblPr/>
              <a:tblGrid>
                <a:gridCol w="4114800"/>
                <a:gridCol w="4389120"/>
              </a:tblGrid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Strategy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(same every request)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 — pay once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documents (different every query)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Summarise/truncate before passing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history (grows every turn)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 + summarisation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results (can be verbose)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before passing to Claude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320040" y="5074920"/>
            <a:ext cx="8503920" cy="347472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5129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Output tokens cost MORE than input tokens. Always specify response length constraints when verbose output is not needed.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output at scale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validate → Claude → validate output → valid? use it  |  invalid? retry with feedback → max retries? fallback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" y="228600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input before Claude sees it. Check format, scope, injection patterns.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" y="3090672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0998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validate schema after Claude responds. Never trust output blindly.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3895344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9044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Feedback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"Missing field customer_id" not "try again". Specific error = dramatically higher retry success.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212140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2286000"/>
            <a:ext cx="347472" cy="347472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Responses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max retries — graceful fallback. Never crash. Route to human with partial findings.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30906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0998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85232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rate confidence. One signal among many — never the only quality gate.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4956048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010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Confidence scoring is SELF-REPORTED — Claude may be confidently wrong. Always combine with output validation and human review thresholds.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owns state — Claude has no memory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Problem: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Agent processes 50% of task → session ends → context GONE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Agent starts fresh → no memory → repeats or contradicts previous 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0428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487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workflow state to external DB at checkpoints. Session ends → state in DB. New session → load state → continue from where stopped.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62656"/>
            <a:ext cx="384048" cy="71323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1455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Summaries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3284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 steps → Claude writes structured checkpoint: { completed, current_position, key_decisions, remaining }. Saved externally. Loaded next session.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80390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03904"/>
            <a:ext cx="384048" cy="713232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8678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858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Task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169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safe to re-run. "Send email IF NOT already sent for run_id X." Duplicate execution = safe, not catastrophic.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681728"/>
            <a:ext cx="8503920" cy="384048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Persistent state + Idempotency work together. State tells you where you are. Idempotency makes it safe to re-run what you already did.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5138928"/>
            <a:ext cx="8503920" cy="347472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93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Session management is YOUR APPLICATION'S responsibility — not Claude's. Claude cannot save its own state between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9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Scenario-Based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&amp; reliability — real exam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Pattern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Re-run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research assistant passes the entire 10,000-page legal database to Claude on every query — even simple ones like 'what is the definition of negligence?'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problems: (1) Massive token cost — 10,000 pages every query at scale is enormous. (2) Quality degradation — critical content buried in middle gets underweighted. (3) Wasted context — 99.9% irrelevant to any single query. Fix: RAG — search knowledge base, retrieve top 3-5 relevant sections only. Summarise each chunk if too long before passing. Cache static system prompt. Add response length constraint for simple queries.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RAG is not optional for large knowledge bases — it is the only way to maintain quality and control cost at scale.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agent running 3 hours / 150 messages starts: (1) ignoring 'formal English only' instruction, (2) mixing up early customer details with recent messages, (3) responding slowly.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problems, three fixes: (1) Instruction drift — re-inject formal tone rule every 20 turns or when drift detected. (2) Context confusion — summarise early conversation into structured key facts object, carry forward with recent messages. (3) Context bloat — sliding window keeping last 10-15 messages only. Combined fix every 20 turns: summarise old messages → drop them → keep last 15 → re-inject system prompt instructions.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Long running agent + multiple symptoms = drift (re-inject) + confusion (summarise) + slowness (sliding window). Three fixes, not one.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pipeline: Agent A collects info over 30 messages, passes full conversation to Agent B. Agent B passes everything to Agent C. Agent C receives 80 messages, makes errors mixing information from different stages.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conversation history passed between agents. Each agent receives everything including greetings, retries, and irrelevant exchanges. Fix: structured state object handoff. Agent A creates state object with only essential fields. Agent B receives state object, validates, adds its findings. Agent C receives updated state object and acts immediately — zero interpretation of history needed. Each agent adds to the state, never passes conversation transcripts.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Handoff = outcome not transcript. State object not conversation history. Next agent needs briefing, not a full transcript.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agent processes 500 employees. Session crashes halfway. On restart — no memory of progress. Some employees receive double payments and two payslips.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failures: (1) No persistent state — save progress to external DB after each employee: { run_id, processed: [EMP001...EMP247], current: EMP248, status: in_progress }. Restart loads state, continues from EMP248. (2) Non-idempotent tasks — payment and email have no duplicate check. Fix: 'Transfer payment IF NOT already processed for run_id PR-2024-03 for this employee.' Both together: state tells you where you are, idempotency makes it safe to re-run what you already did.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Persistent state + idempotency must both be present. Either alone is insufficient. Crash recovery requires both.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 analyser: passes 3 large documents every request, misses figures from Document 2, has high confidence even when wrong, and crashes the pipeline on failure.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problems: (1) High cost — RAG: retrieve relevant sections only + cache static system prompt + summarise chunks. (2) Missing Document 2 — lost in middle: XML tags on all documents + put critical instructions at start AND end. (3) Overconfident wrong answers — never rely on confidence alone: add output validation, cross-check figures independently, confidence = one signal. (4) No recovery — three-layer fix: retry with specific feedback (max 3) + checkpoint saves + graceful fallback routing to human analyst with partial findings.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Multi-symptom scenarios test all Domain 5 concepts together. RAG + XML tags + validation + retry + fallback = complete reliability architecture.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 — Quick Reference Cheat Sheet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51960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3200400"/>
              </a:tblGrid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Signal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Finite + expensive. Critical content at start and end.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'passing everything', '10,000 pages', 'lost in middle'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Strategies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for knowledge. Summarise + slide for history.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'long context', 'knowledge base', 'conversation history'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 Patterns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object — outcome not transcript. Next agent acts.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'full conversation passed', 'agent confusion', 'mixing info'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Context Reliability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Drift=re-inject. Confusion=XML. Middle=repeat rules.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'ignoring instructions', 'after 80 turns', 'mixes up'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static. Summarise dynamic. Compress prompts.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'high cost', 'expensive', 'token usage'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Patterns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in+out. Retry specific. Fallback always.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'crashes', 'no recovery', 'confidently wrong'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saves state. Idempotent tasks. Claude has no memory.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'session crash', 'double payment', 'restart from zero'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Domains Complete! 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353312"/>
            <a:ext cx="8412480" cy="502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Agentic Architecture &amp; Orchestration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1389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75104"/>
            <a:ext cx="8412480" cy="502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116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Tool Design &amp; MCP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011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8412480" cy="502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6334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334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Claude Code Configuration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6334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8412480" cy="502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552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2552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Prompt Engineering &amp; Structured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8412480" cy="502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770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 Context Management &amp; Reliability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 across all domains: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has no memory. Advisory is not enforcement. Configuration beats instructions. Always.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CCA-F Domain 5 – Context Management &amp; Reliability</dc:title>
  <dc:subject>PptxGenJS Presentation</dc:subject>
  <dc:creator>PptxGenJS</dc:creator>
  <cp:lastModifiedBy>PptxGenJS</cp:lastModifiedBy>
  <cp:revision>1</cp:revision>
  <dcterms:created xsi:type="dcterms:W3CDTF">2026-06-03T06:37:04Z</dcterms:created>
  <dcterms:modified xsi:type="dcterms:W3CDTF">2026-06-03T06:37:04Z</dcterms:modified>
</cp:coreProperties>
</file>