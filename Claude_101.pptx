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182880"/>
            <a:ext cx="5120640" cy="512064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101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Introduction to Anthropic's AI Assistant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 ·  How it works  ·  How to use it  ·  The API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 ·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1143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Claude?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Origins, mission &amp; Anthropic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0" y="11430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Thinks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training &amp; architecture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77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Writing, coding, analysis &amp; more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228600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77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03520" y="2377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Values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834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 &amp; honest design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6118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5156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Model Tiers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Haiku, Sonnet, Opus, Fable 5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3520440"/>
            <a:ext cx="4114800" cy="1051560"/>
          </a:xfrm>
          <a:prstGeom prst="rect">
            <a:avLst/>
          </a:prstGeom>
          <a:solidFill>
            <a:srgbClr val="1E21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6118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03520" y="3611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Claude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tips &amp; the API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What is Claude?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663440" cy="3931920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78992"/>
            <a:ext cx="43891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an AI assistant built by Anthropic — a safety-focused AI research company founded in 2021 by former OpenAI researchers.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 search engine, Claude holds extended conversations, reasons through complex problems, writes code, analyzes documents, and produces creative content.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built to be: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Helpful — tackles hard tasks clearly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Harmless — avoids harmful outputs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Honest — acknowledges uncertainty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960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0" y="1444752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0" y="1499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94960" y="1773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· ex-OpenAI researchers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2286000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&amp; beneficial AI for humanity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3127248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3182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RANGE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3456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· Sonnet · Opus · Fable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57800" y="3968496"/>
            <a:ext cx="3474720" cy="713232"/>
          </a:xfrm>
          <a:prstGeom prst="rect">
            <a:avLst/>
          </a:prstGeom>
          <a:solidFill>
            <a:srgbClr val="1A1F2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40233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949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· API · Enterprise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How Claude Thinks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a Large Language Model (LLM) — a neural network trained on vast text to predict and generate language.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747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3891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trillions of tokens: internet, books, and code.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Shape 7"/>
          <p:cNvSpPr/>
          <p:nvPr/>
        </p:nvSpPr>
        <p:spPr>
          <a:xfrm>
            <a:off x="249631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/ RLAIF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8775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from Human &amp; AI Feedback aligns outputs with human values.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4515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3659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659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method: Claude critiques its own outputs against written principles.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3108960"/>
            <a:ext cx="146304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6793992" y="1572768"/>
            <a:ext cx="1965960" cy="32461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66420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85432" y="2304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85432" y="2788920"/>
            <a:ext cx="1783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runtime Claude predicts the best next token, building responses word by word.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Core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Writing &amp; Editing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Drafts essays, emails, reports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Edits for tone and clarity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Adapts to any writing style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4670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Python, JS, SQL, Go &amp; more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4670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Debugs and explains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4670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Reviews pull requests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07899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Research &amp;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151790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Summarizes long documents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72784" y="186537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Compares data and arguments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784" y="221284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Extracts insights from PDFs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Reasoning &amp; Math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Solves multi-step problems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Breaks down complex logic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Shows step-by-step reasoning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Creative Tasks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4670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Brainstorms ideas &amp; concepts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4670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Writes fiction, poetry, scripts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4670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names and copy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4476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090672"/>
            <a:ext cx="2532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Conversation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3529584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Holds context over long chats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3877056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Answers follow-up questions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72784" y="4224528"/>
            <a:ext cx="253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Role-plays scenarios safely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Safety &amp; Values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1A0A2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is designed to be helpful, harmless, and honest — the three pillars of Anthropic's alignment philosophy."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751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Constitutional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197510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trained using a written set of principles. During training it critiques its own outputs against these principles — reducing reliance on human labeling for every edge case.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86207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352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Hard Limits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54680" y="293522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refuses to help with weapons of mass destruction, CSAM, serious violence, or other bright-line harms — regardless of how a request is framed.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841248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95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 Honest &amp; Calibrated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3895344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acknowledges uncertainty, says 'I don't know' when unsure, and avoids stating things it isn't confident about. It will not deceive or manipulate.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Claude Model Tiers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 — pick the right one for your task and budget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1168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78992"/>
            <a:ext cx="2084832" cy="548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84248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&amp; Lightweight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████████████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Qlty:███░░░░░░░░░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Quick Q&amp;A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summaries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High-volume tasks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claude-haiku-4-5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14016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14016" y="1078992"/>
            <a:ext cx="2084832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2505456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97096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05456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Performance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87168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████████░░░░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7168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Qlty:███████░░░░░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05456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05456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Writing &amp; editing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05456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05456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analysis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05456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Everyday tasks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87168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claude-sonnet-5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26864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1078992"/>
            <a:ext cx="208483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4718304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9944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&amp; Agentic 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0016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████░░░░░░░░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0016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Qlty:█████████░░░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18304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reasoning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18304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Enterprise coding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18304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synthesis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18304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tasks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0016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claude-opus-4-8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839712" y="1078992"/>
            <a:ext cx="2084832" cy="3749040"/>
          </a:xfrm>
          <a:prstGeom prst="rect">
            <a:avLst/>
          </a:prstGeom>
          <a:solidFill>
            <a:srgbClr val="1E213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39712" y="1078992"/>
            <a:ext cx="2084832" cy="54864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5" name="Text 43"/>
          <p:cNvSpPr/>
          <p:nvPr/>
        </p:nvSpPr>
        <p:spPr>
          <a:xfrm>
            <a:off x="6931152" y="11155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Fable 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22792" y="1115568"/>
            <a:ext cx="256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$$$$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31152" y="170078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Intelligence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12864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Spd: ███░░░░░░░░░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12864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Qlty:████████████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931152" y="25420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31152" y="28072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Multi-day agentic runs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30632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knowledge work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31152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Long-horizon coding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31152" y="35753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Sub-agent orchestration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12864" y="460857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claude-fable-5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Fable 5  —  Mythos-Class Frontier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384048"/>
          </a:xfrm>
          <a:prstGeom prst="rect">
            <a:avLst/>
          </a:prstGeom>
          <a:solidFill>
            <a:srgbClr val="1A001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June 9, 2026  ·  API ID: claude-fable-5  ·  $10 / $50 per million tokens  ·  1M token context window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69080" cy="3337560"/>
          </a:xfrm>
          <a:prstGeom prst="rect">
            <a:avLst/>
          </a:prstGeom>
          <a:solidFill>
            <a:srgbClr val="1E213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910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Fable 5 different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Long-horizon autonomy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independently for days — planning across stages, tracking dependencies.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Self-verification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its own tests and uses vision to verify outputs match goals.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0352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Sub-agent orchestration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749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Delegates work to sub-agents in Claude Code and sustains context across stages.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Strongest safeguards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areas (cybersecurity, biology) fall back to Opus 4.8 automatically.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4069080" cy="3337560"/>
          </a:xfrm>
          <a:prstGeom prst="rect">
            <a:avLst/>
          </a:prstGeom>
          <a:solidFill>
            <a:srgbClr val="1E2130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591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&amp; availability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258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OUTPUT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2734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128,000 tokens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008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PRICING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3209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per million tokens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483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PRICING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3685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 per million tokens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959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CUTOFF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434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46360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API, claude.ai Pro/Max/Team/Enterprise, AWS Bedrock, Google Cloud, Microsoft Foundry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How to Use Claude Effectively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12471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 about your goal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"Write an email"  →  ✅ "Write a professional follow-up to a client who hasn't replied in 2 weeks"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13055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1031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0848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context and constraints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"Explain neural networks to a 10-year-old using only food analogies, under 150 words"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13639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10896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090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step-by-step reasoning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"Solve this and show your full working before giving the final answer"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142232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11480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4096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4805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"Good — now make it shorter and more casual. Add a concrete example."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Anthropic API — Building with Claude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1920240"/>
          </a:xfrm>
          <a:prstGeom prst="rect">
            <a:avLst/>
          </a:prstGeom>
          <a:solidFill>
            <a:srgbClr val="1E2130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claude.ai  (the website)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type. Claude responds.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needed.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the user.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interface.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31920" cy="1920240"/>
          </a:xfrm>
          <a:prstGeom prst="rect">
            <a:avLst/>
          </a:prstGeom>
          <a:solidFill>
            <a:srgbClr val="1E21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10241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The API  (for developers)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426464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talks to Claude.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users see YOUR app.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control everything.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per token you use.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9992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possible API call (Python):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01568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anthropic.Anthropic()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client.messages.create(model=</a:t>
            </a:r>
            <a:pPr indent="0" marL="0">
              <a:buNone/>
            </a:pPr>
            <a:r>
              <a:rPr lang="en-US" sz="1100" dirty="0">
                <a:solidFill>
                  <a:srgbClr val="E11D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"claude-fable-5"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max_tokens=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"Hello!"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}])
</a:t>
            </a:r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(msg.content[</a:t>
            </a:r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].text)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062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Business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062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proposals &amp; contracts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 meeting notes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support automation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 research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👩‍💻 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4670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&amp; review 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4670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unit tests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4670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error messages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4670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Multi-day agentic coding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44768" y="98755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07899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4996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Tutor on any subject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72784" y="181965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complex concepts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72784" y="21396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Practice conversation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24597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 quizzes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Creative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Brainstorm campaign ideas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062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marketing copy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 videos &amp; podcasts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062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 story worlds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Research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4670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Synthesize papers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4670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 data from PDFs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4670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methodologies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4670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Literature reviews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44768" y="2999232"/>
            <a:ext cx="2788920" cy="1874520"/>
          </a:xfrm>
          <a:prstGeom prst="rect">
            <a:avLst/>
          </a:prstGeom>
          <a:solidFill>
            <a:srgbClr val="1E21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72784" y="30906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 Healthcare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72784" y="351129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medical terms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72784" y="383133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patient materials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72784" y="415137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Clinical documentation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72784" y="4471416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summaries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— What Claude Won't Do &amp; What to Know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393192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 Claude Won't...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Help create weapons of mass destruction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Generate CSAM or sexual content involving minors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Assist with plans for serious violence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Impersonate real people deceptively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Pretend to be human when sincerely asked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State things it is not confident about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Help with clearly illegal activities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069080" cy="3931920"/>
          </a:xfrm>
          <a:prstGeom prst="rect">
            <a:avLst/>
          </a:prstGeom>
          <a:solidFill>
            <a:srgbClr val="0A1A0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515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Limitations to Know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508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Knowledge cutoff — not always up to date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Can hallucinate — always verify key facts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92040" y="24231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No persistent memory between sessions*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92040" y="28803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Cannot browse the web by default*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33375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May misunderstand ambiguous prompts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92040" y="37947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Not a therapist, lawyer, or doctor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92040" y="425196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  Context window limits on very long docs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548640"/>
            <a:ext cx="4389120" cy="4389120"/>
          </a:xfrm>
          <a:prstGeom prst="ellipse">
            <a:avLst/>
          </a:prstGeom>
          <a:solidFill>
            <a:srgbClr val="A855F7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with Claude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117043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22529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claude.ai — create a free account and start chatting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47472" y="1956816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93852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apps &amp; automation: get an API key at console.anthropic.com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" y="2724912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70662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anthropic  or  npm install @anthropic-ai/sdk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47472" y="3493008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47472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529584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claude-fable-5 for the most powerful results, claude-haiku-4-5 for speed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47472" y="4261104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424281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29768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spending limit in console.anthropic.com/settings/limits while learning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solidFill>
            <a:srgbClr val="1E213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7000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 ·  console.anthropic.com  ·  anthropic.com  ·  docs.anthropic.com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82880"/>
            <a:ext cx="6949440" cy="6949440"/>
          </a:xfrm>
          <a:prstGeom prst="ellipse">
            <a:avLst/>
          </a:prstGeom>
          <a:solidFill>
            <a:srgbClr val="A855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9933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101 — Complete 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Claude is Anthropic's safe, helpful, honest AI assistant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Powered by Constitutional AI and RLHF/RLAIF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Four tiers: Haiku · Sonnet · Opus · Fable 5 (Mythos-class, June 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Use via claude.ai (chat) or the API (build products &amp; automate)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Writing, coding, research, analysis &amp; long-horizon agentic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572000"/>
            <a:ext cx="6949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Start free at claude.ai today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956048"/>
            <a:ext cx="274320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5074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Anthropic · anthropic.com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2026-07-21T07:13:59Z</dcterms:created>
  <dcterms:modified xsi:type="dcterms:W3CDTF">2026-07-21T07:13:59Z</dcterms:modified>
</cp:coreProperties>
</file>