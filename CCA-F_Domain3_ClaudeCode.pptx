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CCA-F Certification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Configuration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Workflows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3429000"/>
            <a:ext cx="2194560" cy="640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Core Concepts  •  5 Practice Questions  •  ~20% of Exam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Exam: 60 Qs  |  120 min  |  Pass: 720/1000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 — 7 Concepts at a Glance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987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Claude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335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tool — autonomous coding agent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01952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66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1975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Files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322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instructions — loaded every session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9504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540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Hierarchy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→ Module → Subdirectory stack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7705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77056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416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950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Slash Commands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team workflows — version controlled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14400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0789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987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1335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Non-interactive pipeline — needs termination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0195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01952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066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1975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2322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— pre/post, cannot be skipped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9504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89504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540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57800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Permissions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5780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Block / Ask — config not advisory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863840" y="3931920"/>
            <a:ext cx="1005840" cy="10058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4160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Exam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Claude Code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autonomous agent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2331720"/>
        </p:xfrm>
        <a:graphic>
          <a:graphicData uri="http://schemas.openxmlformats.org/drawingml/2006/table">
            <a:tbl>
              <a:tblPr/>
              <a:tblGrid>
                <a:gridCol w="4251960"/>
                <a:gridCol w="425196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with Claude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5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5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Paste code manually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your files directly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output back manually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to your codebase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run anything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commands, tests, scripts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file awareness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Understands full project 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shot answers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Loops until task 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493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Code can do autonomously: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385876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write files across entire project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413308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 and scripts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" y="440740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and fix failing tests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" y="468172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codebase for patterns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0040" y="495604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git  •  Install dependencies  •  Integrate into CI/CD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5074920"/>
            <a:ext cx="8503920" cy="347472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51297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Claude Code is a separate CLI tool installed locally — NOT a plugin, API feature, or chat capability. It operates in your actual codebase.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Files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project instructions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15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CLAUDE.md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has NO memory between sessions. Every session starts fresh — no project knowledge, no standards, no conventions.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847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put in CLAUDE.md: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40280"/>
            <a:ext cx="1828800" cy="438912"/>
          </a:xfrm>
          <a:prstGeom prst="rect">
            <a:avLst/>
          </a:prstGeom>
          <a:solidFill>
            <a:srgbClr val="EBF5FB"/>
          </a:solidFill>
          <a:ln w="12700">
            <a:solidFill>
              <a:srgbClr val="D1E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225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40280" y="23225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REST API using Express + PostgreSQL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752344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52344"/>
            <a:ext cx="1828800" cy="438912"/>
          </a:xfrm>
          <a:prstGeom prst="rect">
            <a:avLst/>
          </a:prstGeom>
          <a:solidFill>
            <a:srgbClr val="EBF5FB"/>
          </a:solidFill>
          <a:ln w="12700">
            <a:solidFill>
              <a:srgbClr val="D1E5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34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Standards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40280" y="2834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strict. JSDoc required. No console.log — use logger utility.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264408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64408"/>
            <a:ext cx="1828800" cy="438912"/>
          </a:xfrm>
          <a:prstGeom prst="rect">
            <a:avLst/>
          </a:prstGeom>
          <a:solidFill>
            <a:srgbClr val="EBF5FB"/>
          </a:solidFill>
          <a:ln w="12700">
            <a:solidFill>
              <a:srgbClr val="D1E5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3467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Rules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40280" y="33467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handle HTTP. Services handle logic. Never query DB from controller.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776472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776472"/>
            <a:ext cx="1828800" cy="438912"/>
          </a:xfrm>
          <a:prstGeom prst="rect">
            <a:avLst/>
          </a:prstGeom>
          <a:solidFill>
            <a:srgbClr val="EBF5FB"/>
          </a:solidFill>
          <a:ln w="12700">
            <a:solidFill>
              <a:srgbClr val="D1E5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858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Rules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40280" y="3858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Supertest. Min 80% coverage before committing.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4288536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288536"/>
            <a:ext cx="1828800" cy="438912"/>
          </a:xfrm>
          <a:prstGeom prst="rect">
            <a:avLst/>
          </a:prstGeom>
          <a:solidFill>
            <a:srgbClr val="EBF5FB"/>
          </a:solidFill>
          <a:ln w="12700">
            <a:solidFill>
              <a:srgbClr val="D1E5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3708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40280" y="43708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 | npm run lint | npm run build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919472"/>
            <a:ext cx="8503920" cy="38404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974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CLAUDE.md is loaded automatically EVERY session — not a one-off prompt. Consistent rules belong here, not in per-session instructions.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Hierarchy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reading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138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78992"/>
            <a:ext cx="201168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1704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/CLAUDE.md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4813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— applies everywhere. Set by tech lead.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26280" y="1883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2039112"/>
            <a:ext cx="7498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97280" y="2039112"/>
            <a:ext cx="201168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9888" y="21305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/backend/CLAUDE.md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89888" y="24414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level — adds backend-specific rules.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8437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737360" y="2999232"/>
            <a:ext cx="6858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737360" y="2999232"/>
            <a:ext cx="201168" cy="77724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9968" y="309067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/backend/auth/CLAUDE.md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29968" y="340156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level — most specific rules.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404164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 /backend/auth/ → Claude reads ALL three files — full stack upward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306824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CLAUDE.md ADDS and REFINES — never cancels a parent rule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57200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at root level (/app.ts) → only root CLAUDE.md applies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4837176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not applying? Check if file is OUTSIDE the scope of the CLAUDE.md where rule was defined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Slash Commands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team macros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43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.claude/commands/review-pr.md  →  triggers as  /review-pr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83080"/>
            <a:ext cx="4114800" cy="438912"/>
          </a:xfrm>
          <a:prstGeom prst="rect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105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Commands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 in repo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606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whole team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044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version control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4838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gets same commands on clone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9227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team standards, shared workflows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78308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783080"/>
            <a:ext cx="411480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8105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Commands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~/.claude/commands/ on your machine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606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 see them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044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your machine only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4838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developers must set up manually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9227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personal preferences, debugging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480560"/>
          <a:ext cx="8503920" cy="566928"/>
        </p:xfrm>
        <a:graphic>
          <a:graphicData uri="http://schemas.openxmlformats.org/drawingml/2006/table">
            <a:tbl>
              <a:tblPr/>
              <a:tblGrid>
                <a:gridCol w="1828800"/>
                <a:gridCol w="6675120"/>
              </a:tblGrid>
              <a:tr h="1133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1133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/review-pr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PR review against team standards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3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/fix-tests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and fix all failing tests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3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/check-security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for common vulnerabilities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3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/write-docs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JSDoc for all functions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320040" y="5138928"/>
            <a:ext cx="8503920" cy="320040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5193792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Commands are version-controlled team workflow definitions — an architectural decision, not just a shortcut.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in CI/CD Pipelines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pipeline agent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18288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04288" y="1371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1078992"/>
            <a:ext cx="18288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17043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53128" y="1371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078992"/>
            <a:ext cx="1828800" cy="9144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17043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task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01968" y="1371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03720" y="1078992"/>
            <a:ext cx="1828800" cy="914400"/>
          </a:xfrm>
          <a:prstGeom prst="rect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17043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report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148840"/>
            <a:ext cx="850392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Non-interactive mode — the --print flag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--print "Review PR for security issues. Output findings as JSON."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127248"/>
          <a:ext cx="8503920" cy="1325880"/>
        </p:xfrm>
        <a:graphic>
          <a:graphicData uri="http://schemas.openxmlformats.org/drawingml/2006/table">
            <a:tbl>
              <a:tblPr/>
              <a:tblGrid>
                <a:gridCol w="2286000"/>
                <a:gridCol w="6217920"/>
              </a:tblGrid>
              <a:tr h="220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Stage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Pre-commit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 CLAUDE.md standards locally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Request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Auto-review code, flag violations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compilation errors automatically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failing unit tests, maintain coverage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Pre-deploy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scan, breaking change detection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320040" y="4553712"/>
            <a:ext cx="8503920" cy="38404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CI/CD Claude Code MUST have max iterations + timeout. Unbounded task = blocked pipeline. Same agentic loop termination rule as Domain 1.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Hooks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— not advisory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11480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PRE-HOOKS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BEFORE Claude acts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what Claude is about to 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258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unsafe operations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6426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intended action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51560"/>
            <a:ext cx="4114800" cy="438912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78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POST-HOOKS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554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AFTER Claude acts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what Claude just did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258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linters or formatters automatically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6426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downstream processes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035808"/>
            <a:ext cx="85039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090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.claude/settings.json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pre_tool_use  →  "matcher": "write_file"  →  "command": "scripts/validate.sh"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post_tool_use →  "matcher": "write_file"  →  "command": "npm run lint"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160520"/>
          <a:ext cx="8503920" cy="86868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4572000"/>
              </a:tblGrid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  write_file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any file write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writes to protected/read-only files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write_file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any file write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Auto-run ESLint + Prettier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  bash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shell command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dangerous commands like rm -rf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  git_commit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every commit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npm test — block commit if tests 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320040" y="5102352"/>
            <a:ext cx="8503920" cy="347472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51572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Hooks = enforcement. CLAUDE.md = advisory. If a rule MUST always fire — put it in a hook, not in CLAUDE.md instructions.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Permissions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is enforcement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2697480" cy="438912"/>
          </a:xfrm>
          <a:prstGeom prst="rect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789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do this freely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8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["read_file", "write_file", "run_tests"]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27832" y="105156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051560"/>
            <a:ext cx="269748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10789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19272" y="15727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must ask before doing this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9272" y="19202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["run_bash", "git_commit", "install_package"]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35624" y="105156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5624" y="1051560"/>
            <a:ext cx="2697480" cy="438912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10789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27064" y="15727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NEVER do this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27064" y="19202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["delete_file", "git_push_main", "npm_publish"]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0040" y="2724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Hierarchy (most specific wins):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 settings  (~/.claude/settings.json)  ← your machine defaults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456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settings   (.claude/settings.json)    ← overrides personal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8039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flags          (passed at runtime)         ← overrides everything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160520"/>
          <a:ext cx="8503920" cy="868680"/>
        </p:xfrm>
        <a:graphic>
          <a:graphicData uri="http://schemas.openxmlformats.org/drawingml/2006/table">
            <a:tbl>
              <a:tblPr/>
              <a:tblGrid>
                <a:gridCol w="4251960"/>
                <a:gridCol w="4251960"/>
              </a:tblGrid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 (CLAUDE.md)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5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ENFORCEMENT (Settings + Hooks)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5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"Never delete production files"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delete_file in BLOCK list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"Always run tests before commit"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Pre-hook on git_commit → npm 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"Never push to main branch"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git_push_main in BLOCK list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"Use our logger, not console.log"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Post-hook linter catches violations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320040" y="5102352"/>
            <a:ext cx="8503920" cy="347472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51572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CLAUDE.md is advisory — Claude can theoretically ignore it. Settings.json BLOCK list is enforced by the system — Claude cannot override it.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9F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Scenario-Based Questions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configuration — real exam style scenarios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2194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291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858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3200400"/>
            <a:ext cx="2194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3291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3858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3200400"/>
            <a:ext cx="2194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3291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3858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adopts Claude Code. Developer A uses console.log everywhere. Developer B follows the team logger. Developer C has different indentation standards. Each gave Claude their own per-session instructions.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no shared persistent instructions. Each developer's per-session instructions are lost between sessions and not shared with others. Fix: create a project-level CLAUDE.md at the root with logging standards (use logger utility, never console.log), indentation rules, and coding conventions. Loaded automatically every session for every developer — one source of truth.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CLAUDE.md is loaded automatically every session. Per-session instructions are temporary. Team standards belong in CLAUDE.md.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/CLAUDE.md (80% test coverage), /backend/CLAUDE.md (repository pattern), /backend/payments/CLAUDE.md (never log card data). Claude works on /backend/payments/checkout.ts. Q: Which files are read? Can payments CLAUDE.md cancel the test coverage rule? Where does 'encrypt payment data at rest' go?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Claude reads ALL three — full stack upward from file location: /backend/payments/CLAUDE.md → /backend/CLAUDE.md → /CLAUDE.md. 2. No — child CLAUDE.md can only ADD and REFINE, never cancel a parent rule. 80% test coverage still applies in payments. 3. /backend/payments/CLAUDE.md — scoped to payments module only, doesn't affect rest of codebase.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Parent rules always apply. Children add specificity. Nothing cancels upward. File location determines which CLAUDE.md files are in scope.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has .claude/commands/security-scan.md and review-pr.md. A developer has ~/.claude/commands/my-debug.md. A new junior developer runs /my-debug on their first day and gets command not found.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commands (~/.claude/commands/) live on your machine only — never committed to version control, never shared. The junior developer's machine has no my-debug.md because it was never shared. Project commands (.claude/commands/) are committed to the repo and available to everyone on clone. Fix: if my-debug is useful to the team, move it to .claude/commands/ and commit it. If personal only, junior developer must create their own version.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Project commands = version controlled, team shared. Personal commands = your machine only. New developers only get project commands automatically.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 pipeline runs Claude Code to fix failing tests. A complex PR touching authentication runs for 2 hours before the team manually kills it. Claude kept finding new failures as it fixed others.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failures: (1) No termination condition — no max iterations or timeout defined. Claude loops indefinitely finding and fixing cascading failures. Fix: set max_iterations: 10 or timeout: 15 minutes. After limit — output findings report and exit cleanly. (2) No HITL for complex/security modules — authentication is sensitive and interconnected. Fix: detect high-risk module → pause → notify developer → human reviews → approves before Claude proceeds.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CI/CD + runs forever = two answers: termination condition missing (Domain 1) + HITL missing for complex areas (Domain 1). Cross-domain connection the exam loves.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CLAUDE.md: never delete production DB records, always run tests before committing, never console.log. settings.json allows: read_file, write_file, run_bash, git_commit, delete_file. Claude deletes 3 migration files and commits to main without running tests.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violations, all same root cause — rules in CLAUDE.md but not enforced in settings/hooks: (1) delete_file in ALLOW list overrides CLAUDE.md rule. Fix: move to BLOCK list. (2) No pre-hook on git_commit to run tests. Fix: add pre_tool_use hook → matcher: git_commit → command: npm test. (3) git_commit unrestricted — no branch protection. Fix: move git_commit to ASK list or add pre-hook blocking commits to main. CLAUDE.md = advisory. Settings + Hooks = enforcement.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Every CLAUDE.md rule that matters must have a corresponding hook or settings.json entry. Advisory without enforcement is just a suggestion.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 — Quick Reference Cheat Sheet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425196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  <a:gridCol w="3108960"/>
              </a:tblGrid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Signal Words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tool — reads, writes, runs code autonomously.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'plugin', 'chat feature', 'API capability'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instructions — auto-loaded every session.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'per-session instruction', 'developers inconsistent'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 Hierarchy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stack upward. Children add, never cancel parents.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'which rules apply', 'cancel parent rule'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Slash Commands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= team shared. Personal = your machine only.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'command not found', 'new developer'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Non-interactive mode. Must have termination condition.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'runs forever', 'blocks pipeline', '--print flag'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Enforcement — fires regardless. Pre and post actions.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'always run', 'no exceptions', 'auto-format'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Settings/Perms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/ Ask / Block. Config beats advisory every time.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'violated CLAUDE.md rule', 'deleted anyway'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 Complete ✓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exam-ready on Claude Code Configuration &amp; Workflows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2423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8346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4: Prompt Engineering &amp; Structured Output (~17%)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3291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5: Context Management &amp; Reliability (~16%)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thread: CLAUDE.md is advisory. Hooks and Settings are enforcement. If it matters, configure it.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CCA-F Domain 3 – Claude Code Configuration &amp; Workflows</dc:title>
  <dc:subject>PptxGenJS Presentation</dc:subject>
  <dc:creator>PptxGenJS</dc:creator>
  <cp:lastModifiedBy>PptxGenJS</cp:lastModifiedBy>
  <cp:revision>1</cp:revision>
  <dcterms:created xsi:type="dcterms:W3CDTF">2026-06-03T04:30:24Z</dcterms:created>
  <dcterms:modified xsi:type="dcterms:W3CDTF">2026-06-03T04:30:24Z</dcterms:modified>
</cp:coreProperties>
</file>